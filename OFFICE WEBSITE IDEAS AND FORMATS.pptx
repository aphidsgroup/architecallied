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68" r:id="rId3"/>
    <p:sldId id="281" r:id="rId4"/>
    <p:sldId id="282" r:id="rId5"/>
    <p:sldId id="285" r:id="rId6"/>
    <p:sldId id="260" r:id="rId7"/>
    <p:sldId id="257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A75F"/>
    <a:srgbClr val="10204C"/>
    <a:srgbClr val="C69B6E"/>
    <a:srgbClr val="F6F5DF"/>
    <a:srgbClr val="1D1D41"/>
    <a:srgbClr val="E8E0C9"/>
    <a:srgbClr val="193356"/>
    <a:srgbClr val="5F6072"/>
    <a:srgbClr val="A1A2A4"/>
    <a:srgbClr val="F37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979" autoAdjust="0"/>
  </p:normalViewPr>
  <p:slideViewPr>
    <p:cSldViewPr snapToGrid="0" showGuides="1">
      <p:cViewPr varScale="1">
        <p:scale>
          <a:sx n="103" d="100"/>
          <a:sy n="103" d="100"/>
        </p:scale>
        <p:origin x="774" y="102"/>
      </p:cViewPr>
      <p:guideLst>
        <p:guide orient="horz" pos="29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C954-0A18-686D-8D07-2A9F689A9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AA3B8-1E49-52F2-408F-880E199CF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776EF-492D-4256-1ED8-36354040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B73E5-0A73-780C-5269-BBF245C6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8C9DF-AB88-D640-604E-8E634E58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3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88C1-5E0A-D0B4-364F-6C31E67A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4878-11E5-CEB7-D773-11F84129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BDD1D-3E07-2900-B3F9-1E2C2F95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7BA9-377F-F74F-C59D-668DA9287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21525-3D9B-0E2F-ADAC-B9099310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9A4F-39C6-C027-351F-0FA63871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C572F-E1E9-E693-8CAD-A2C07567E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227B-330D-CF28-E89F-4343509A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74FAD-10B1-BC73-6739-EE62C2C1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6A80-CA75-44C7-25BB-0CAFA35C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08D5-4D62-3FFC-4087-0EE234DA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F98F-2FF9-EB66-3D5D-D02AF9410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82265-27F6-CCD1-8F77-FE384C78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5B267-9C0A-86BC-CCF6-F966D7CC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0FB8D-1E07-B0A0-EFE2-FA8A4443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E9243-B12A-08AC-8C70-B5598454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5233-2F06-2CE3-3EFF-E52C9D09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53503-9A7E-7F42-6EE5-C2826F672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FD4EC-0AB8-E3AA-AF10-DCB81D69C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79B1E-3560-F61E-DD8E-546BEBC60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CC562-58D2-BA55-DB51-1EE284584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8EEF4-8D77-7204-6316-9134F62E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7F810-80FB-03CE-5EE2-27F55374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45E21-D21D-8F99-E3C4-CF97604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17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06C0-1FD7-3393-D739-4EE29A36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669DE-312A-D0E9-392F-51799D2C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70BF1-81DD-C8AB-51B4-266BB415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15EDC-31CA-1EC0-012E-9462540F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6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C420E-434E-49F5-6F3C-0D97B3F0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796C5-AD06-4CD5-9226-819815291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83A1B-FDBF-27B5-76B5-E6C1928F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4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AEEC-6FD8-21E5-AEF6-3E366B7A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D72-2577-CE37-AFA9-37F2BAE11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5A2C1-35D4-AE1D-D5F6-4B6F275E9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AE608-40AD-9E80-853E-B38E808C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66AA-301F-FB93-5FC4-6AA54C68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D2531-CEE3-9CE9-844D-67AB8807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01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BB36-F749-337D-708F-B0BCF550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301EF-1468-F6A8-3DAB-FAD7270D4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56EF7-953F-7C86-5CB0-798408B64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60F35-F1E9-3331-E51F-7F135F28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56A90-7288-3EDD-589B-E0E0E30A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B7AF4-4C1D-9733-8A84-322A1600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8304-F53C-415F-170B-73989A02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2091E-F816-AAAB-4CD8-5E6A0A016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AD8E6-7A71-810C-8519-D698862B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C6204-03CC-DED9-4A0C-1F6953E0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2F3B-0FC4-E6A0-EAF2-20121416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35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E0457-08CF-E7AB-FC47-8FAB1C5A6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170EF-781D-AF82-0A98-C80F07D99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47258-4972-C2C8-4AD5-52E119F5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5CD69-8BD4-601C-9E80-F7A9C521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8EF05-2B4A-A384-9B1B-511ED4EF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9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6DA683-4870-7DF3-BB38-4E3AF229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95F09-BBCA-2F20-D8D5-E7E80A107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FA65C-F2AD-57A6-48D5-9AE2DED9D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8A351-A61D-4B1D-8E21-DB3821DCDAA5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03B5C-446E-6E03-8B6C-624F2939A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CCB24-5C94-7B04-9F09-E62398174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41A06-6F53-4925-B338-DF4A2CBD4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5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6426-0588-8A17-D857-850FBA52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3E172D-D8E7-2F3C-E6A7-E63C85A3FECE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1D1D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8E0C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B5409-E2D3-F5B2-4F74-8AE85EB7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98" y="3021540"/>
            <a:ext cx="7407503" cy="2921637"/>
          </a:xfrm>
          <a:noFill/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11500" b="1" dirty="0" err="1">
                <a:solidFill>
                  <a:srgbClr val="C5A75F"/>
                </a:solidFill>
                <a:latin typeface="Century Gothic" panose="020B0502020202020204" pitchFamily="34" charset="0"/>
              </a:rPr>
              <a:t>archi</a:t>
            </a:r>
            <a: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  <a:t>-tec </a:t>
            </a:r>
            <a:b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</a:br>
            <a:endParaRPr lang="en-IN" sz="11500" b="1" dirty="0">
              <a:solidFill>
                <a:srgbClr val="C5A75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573015-C71D-7ACF-7849-9BC0AFCE83FB}"/>
              </a:ext>
            </a:extLst>
          </p:cNvPr>
          <p:cNvSpPr txBox="1">
            <a:spLocks/>
          </p:cNvSpPr>
          <p:nvPr/>
        </p:nvSpPr>
        <p:spPr>
          <a:xfrm>
            <a:off x="478398" y="4042729"/>
            <a:ext cx="8662989" cy="190044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  <a:t>allied</a:t>
            </a:r>
            <a:r>
              <a:rPr lang="en-US" sz="11500" b="1" dirty="0">
                <a:solidFill>
                  <a:srgbClr val="E8E0C9"/>
                </a:solidFill>
                <a:latin typeface="Century Gothic" panose="020B0502020202020204" pitchFamily="34" charset="0"/>
              </a:rPr>
              <a:t> </a:t>
            </a:r>
            <a:endParaRPr lang="en-IN" sz="7200" b="1" dirty="0">
              <a:solidFill>
                <a:srgbClr val="E8E0C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C797C0-A582-6A6D-91F4-8DCDCCC0B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182" y="0"/>
            <a:ext cx="2280817" cy="18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3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7DC6-3846-95A1-76AC-EACA32FD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7CDC7B-538E-0547-44CA-CBD2203C29EA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1D1D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6F5D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00C25-712A-A52A-3ECD-44F666536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98" y="2497242"/>
            <a:ext cx="7407503" cy="2921637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1500" b="1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archi</a:t>
            </a:r>
            <a:r>
              <a:rPr lang="en-US" sz="11500" b="1" dirty="0">
                <a:solidFill>
                  <a:srgbClr val="F6F5DF"/>
                </a:solidFill>
                <a:latin typeface="Century Gothic" panose="020B0502020202020204" pitchFamily="34" charset="0"/>
              </a:rPr>
              <a:t>-tec </a:t>
            </a:r>
            <a:br>
              <a:rPr lang="en-US" sz="11500" b="1" dirty="0">
                <a:solidFill>
                  <a:srgbClr val="F6F5DF"/>
                </a:solidFill>
                <a:latin typeface="Century Gothic" panose="020B0502020202020204" pitchFamily="34" charset="0"/>
              </a:rPr>
            </a:br>
            <a:endParaRPr lang="en-IN" sz="7200" b="1" dirty="0">
              <a:solidFill>
                <a:srgbClr val="F6F5D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CFB50D-34D9-8595-BCD3-D924BF1DB81C}"/>
              </a:ext>
            </a:extLst>
          </p:cNvPr>
          <p:cNvSpPr txBox="1">
            <a:spLocks/>
          </p:cNvSpPr>
          <p:nvPr/>
        </p:nvSpPr>
        <p:spPr>
          <a:xfrm>
            <a:off x="478398" y="4042729"/>
            <a:ext cx="8662989" cy="190044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b="1" dirty="0">
                <a:solidFill>
                  <a:srgbClr val="F6F5DF"/>
                </a:solidFill>
                <a:latin typeface="Century Gothic" panose="020B0502020202020204" pitchFamily="34" charset="0"/>
              </a:rPr>
              <a:t>allied </a:t>
            </a:r>
            <a:endParaRPr lang="en-IN" sz="7200" b="1" dirty="0">
              <a:solidFill>
                <a:srgbClr val="F6F5DF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7FEC8-8A56-D5F4-1D8C-E69C14789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182" y="0"/>
            <a:ext cx="2280817" cy="189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1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9A6E-7124-8527-94B3-3880A734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5FECF5-BACF-75F8-1B41-40BCC240E588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F6F5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8E0C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D60C6-C604-F07D-F391-3A1B3E8E4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98" y="2497242"/>
            <a:ext cx="7407503" cy="2921637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1500" b="1" dirty="0" err="1">
                <a:solidFill>
                  <a:srgbClr val="C5A75F"/>
                </a:solidFill>
                <a:latin typeface="Century Gothic" panose="020B0502020202020204" pitchFamily="34" charset="0"/>
              </a:rPr>
              <a:t>archi</a:t>
            </a:r>
            <a: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  <a:t>-tec </a:t>
            </a:r>
            <a:b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</a:br>
            <a:endParaRPr lang="en-IN" sz="7200" b="1" dirty="0">
              <a:solidFill>
                <a:srgbClr val="C5A75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1AC55B-51BB-9DC6-5A1D-7E601CA39185}"/>
              </a:ext>
            </a:extLst>
          </p:cNvPr>
          <p:cNvSpPr txBox="1">
            <a:spLocks/>
          </p:cNvSpPr>
          <p:nvPr/>
        </p:nvSpPr>
        <p:spPr>
          <a:xfrm>
            <a:off x="478398" y="4042729"/>
            <a:ext cx="8662989" cy="190044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b="1" dirty="0">
                <a:solidFill>
                  <a:srgbClr val="C5A75F"/>
                </a:solidFill>
                <a:latin typeface="Century Gothic" panose="020B0502020202020204" pitchFamily="34" charset="0"/>
              </a:rPr>
              <a:t>allied</a:t>
            </a:r>
            <a:r>
              <a:rPr lang="en-US" sz="11500" b="1" dirty="0">
                <a:solidFill>
                  <a:srgbClr val="E8E0C9"/>
                </a:solidFill>
                <a:latin typeface="Century Gothic" panose="020B0502020202020204" pitchFamily="34" charset="0"/>
              </a:rPr>
              <a:t> </a:t>
            </a:r>
            <a:endParaRPr lang="en-IN" sz="7200" b="1" dirty="0">
              <a:solidFill>
                <a:srgbClr val="E8E0C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8F057-F92A-E88A-E1EB-46AB43C7E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182" y="0"/>
            <a:ext cx="2280817" cy="18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2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5A7E-A24D-0FC3-6A30-F0FB943FD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EA3DC7-6464-16EF-D16D-992460E97797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E8E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8E0C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34C72-10A9-9B65-8C00-DF1077CED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98" y="2497242"/>
            <a:ext cx="7407503" cy="2921637"/>
          </a:xfrm>
          <a:noFill/>
        </p:spPr>
        <p:txBody>
          <a:bodyPr>
            <a:noAutofit/>
          </a:bodyPr>
          <a:lstStyle/>
          <a:p>
            <a:pPr algn="l"/>
            <a:r>
              <a:rPr lang="en-US" sz="11500" b="1" dirty="0" err="1">
                <a:solidFill>
                  <a:srgbClr val="10204C"/>
                </a:solidFill>
                <a:latin typeface="Century Gothic" panose="020B0502020202020204" pitchFamily="34" charset="0"/>
              </a:rPr>
              <a:t>archi</a:t>
            </a:r>
            <a:r>
              <a:rPr lang="en-US" sz="11500" b="1" dirty="0">
                <a:solidFill>
                  <a:srgbClr val="10204C"/>
                </a:solidFill>
                <a:latin typeface="Century Gothic" panose="020B0502020202020204" pitchFamily="34" charset="0"/>
              </a:rPr>
              <a:t>-tec </a:t>
            </a:r>
            <a:br>
              <a:rPr lang="en-US" sz="11500" b="1" dirty="0">
                <a:solidFill>
                  <a:srgbClr val="10204C"/>
                </a:solidFill>
                <a:latin typeface="Century Gothic" panose="020B0502020202020204" pitchFamily="34" charset="0"/>
              </a:rPr>
            </a:br>
            <a:endParaRPr lang="en-IN" sz="7200" b="1" dirty="0">
              <a:solidFill>
                <a:srgbClr val="10204C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BCBA11-E42F-CB3F-90D1-997FE1DF51BE}"/>
              </a:ext>
            </a:extLst>
          </p:cNvPr>
          <p:cNvSpPr txBox="1">
            <a:spLocks/>
          </p:cNvSpPr>
          <p:nvPr/>
        </p:nvSpPr>
        <p:spPr>
          <a:xfrm>
            <a:off x="478398" y="4042729"/>
            <a:ext cx="8662989" cy="190044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1500" b="1" dirty="0">
                <a:solidFill>
                  <a:srgbClr val="10204C"/>
                </a:solidFill>
                <a:latin typeface="Century Gothic" panose="020B0502020202020204" pitchFamily="34" charset="0"/>
              </a:rPr>
              <a:t>allied </a:t>
            </a:r>
            <a:endParaRPr lang="en-IN" sz="7200" b="1" dirty="0">
              <a:solidFill>
                <a:srgbClr val="10204C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18B37-D684-CCD3-2AC8-11E53FD8E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182" y="0"/>
            <a:ext cx="2280816" cy="18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9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CB90-1AAD-1CF9-7403-6AA67A01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2CC623-34ED-2E37-AE9C-5F05F099F389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102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8E0C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EA2B9-FB31-AFEF-DACD-71241513FBC4}"/>
              </a:ext>
            </a:extLst>
          </p:cNvPr>
          <p:cNvSpPr txBox="1"/>
          <p:nvPr/>
        </p:nvSpPr>
        <p:spPr>
          <a:xfrm>
            <a:off x="219391" y="114598"/>
            <a:ext cx="2990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5A75F"/>
                </a:solidFill>
                <a:latin typeface="Century Gothic" panose="020B0502020202020204" pitchFamily="34" charset="0"/>
              </a:rPr>
              <a:t>INFORMATION </a:t>
            </a:r>
            <a:endParaRPr lang="en-IN" sz="2000" b="1" dirty="0">
              <a:solidFill>
                <a:srgbClr val="C5A75F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68DCC-EB7E-BA25-9B87-96D8FC1F550F}"/>
              </a:ext>
            </a:extLst>
          </p:cNvPr>
          <p:cNvSpPr txBox="1"/>
          <p:nvPr/>
        </p:nvSpPr>
        <p:spPr>
          <a:xfrm>
            <a:off x="219391" y="958242"/>
            <a:ext cx="6209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COMPANY NAME:- 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archi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-tec allied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75C0BC-4049-D948-1EAE-850320E3F061}"/>
              </a:ext>
            </a:extLst>
          </p:cNvPr>
          <p:cNvSpPr txBox="1"/>
          <p:nvPr/>
        </p:nvSpPr>
        <p:spPr>
          <a:xfrm>
            <a:off x="219391" y="1660605"/>
            <a:ext cx="6209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Head office :-  #1,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masilamani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street,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t.Nagar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</a:t>
            </a: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                            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chennai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 – 600 017  </a:t>
            </a:r>
            <a:endParaRPr lang="en-IN" dirty="0">
              <a:solidFill>
                <a:srgbClr val="F6F5DF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F555C2-7172-EB9E-DF03-47897C14B236}"/>
              </a:ext>
            </a:extLst>
          </p:cNvPr>
          <p:cNvSpPr txBox="1"/>
          <p:nvPr/>
        </p:nvSpPr>
        <p:spPr>
          <a:xfrm>
            <a:off x="219390" y="2591965"/>
            <a:ext cx="8196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BRANCH OFFICE :- 35c,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jayadurga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nagar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jharapada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bhoomikal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    </a:t>
            </a:r>
          </a:p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                               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bhubaneshwar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, </a:t>
            </a:r>
            <a:r>
              <a:rPr lang="en-US" dirty="0" err="1">
                <a:solidFill>
                  <a:srgbClr val="F6F5DF"/>
                </a:solidFill>
                <a:latin typeface="Century Gothic" panose="020B0502020202020204" pitchFamily="34" charset="0"/>
              </a:rPr>
              <a:t>odisha</a:t>
            </a:r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 751010      </a:t>
            </a:r>
            <a:endParaRPr lang="en-IN" dirty="0">
              <a:solidFill>
                <a:srgbClr val="F6F5DF"/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725E79-8C22-E7B6-0518-182773DD4A96}"/>
              </a:ext>
            </a:extLst>
          </p:cNvPr>
          <p:cNvSpPr txBox="1"/>
          <p:nvPr/>
        </p:nvSpPr>
        <p:spPr>
          <a:xfrm>
            <a:off x="219391" y="1417136"/>
            <a:ext cx="5876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PRINCIPAL ARCHITECT:-  S.RAVIKUMAR (B.ARCH)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61FDD5-3783-E88E-7B41-09EC03951486}"/>
              </a:ext>
            </a:extLst>
          </p:cNvPr>
          <p:cNvSpPr txBox="1"/>
          <p:nvPr/>
        </p:nvSpPr>
        <p:spPr>
          <a:xfrm>
            <a:off x="219391" y="3639715"/>
            <a:ext cx="6209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mail:-  architecallied@gmail.com</a:t>
            </a:r>
          </a:p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landline:- 044-4206 8884</a:t>
            </a:r>
          </a:p>
          <a:p>
            <a:endParaRPr lang="en-US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dirty="0">
                <a:solidFill>
                  <a:srgbClr val="F6F5DF"/>
                </a:solidFill>
                <a:latin typeface="Century Gothic" panose="020B0502020202020204" pitchFamily="34" charset="0"/>
              </a:rPr>
              <a:t>phone:-   +91 94441 17173</a:t>
            </a:r>
            <a:endParaRPr lang="en-IN" dirty="0">
              <a:solidFill>
                <a:srgbClr val="F6F5DF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74A991-13E9-33FB-A5C6-106C709618C1}"/>
              </a:ext>
            </a:extLst>
          </p:cNvPr>
          <p:cNvSpPr txBox="1"/>
          <p:nvPr/>
        </p:nvSpPr>
        <p:spPr>
          <a:xfrm>
            <a:off x="219391" y="5193236"/>
            <a:ext cx="6209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6F5DF"/>
              </a:solidFill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rgbClr val="F6F5DF"/>
                </a:solidFill>
                <a:latin typeface="Century Gothic" panose="020B0502020202020204" pitchFamily="34" charset="0"/>
              </a:rPr>
              <a:t>Font used “Century Gothic”</a:t>
            </a:r>
          </a:p>
        </p:txBody>
      </p:sp>
    </p:spTree>
    <p:extLst>
      <p:ext uri="{BB962C8B-B14F-4D97-AF65-F5344CB8AC3E}">
        <p14:creationId xmlns:p14="http://schemas.microsoft.com/office/powerpoint/2010/main" val="64124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829A-6565-00AD-6A9E-A5BD3054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F747D-020B-1222-313D-94449E72C560}"/>
              </a:ext>
            </a:extLst>
          </p:cNvPr>
          <p:cNvSpPr txBox="1"/>
          <p:nvPr/>
        </p:nvSpPr>
        <p:spPr>
          <a:xfrm>
            <a:off x="4615278" y="0"/>
            <a:ext cx="290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5A75F"/>
                </a:solidFill>
              </a:rPr>
              <a:t>COLOR PALETTE</a:t>
            </a:r>
            <a:endParaRPr lang="en-IN" sz="2000" dirty="0">
              <a:solidFill>
                <a:srgbClr val="C5A75F"/>
              </a:solidFill>
            </a:endParaRPr>
          </a:p>
        </p:txBody>
      </p:sp>
      <p:pic>
        <p:nvPicPr>
          <p:cNvPr id="5" name="Picture 4" descr="Story Pin image">
            <a:extLst>
              <a:ext uri="{FF2B5EF4-FFF2-40B4-BE49-F238E27FC236}">
                <a16:creationId xmlns:a16="http://schemas.microsoft.com/office/drawing/2014/main" id="{8A3A2855-B3AC-9E29-6D9B-2CEED1D143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19" b="-81"/>
          <a:stretch>
            <a:fillRect/>
          </a:stretch>
        </p:blipFill>
        <p:spPr>
          <a:xfrm>
            <a:off x="3983846" y="701607"/>
            <a:ext cx="4224308" cy="5531242"/>
          </a:xfrm>
          <a:prstGeom prst="rect">
            <a:avLst/>
          </a:prstGeom>
        </p:spPr>
      </p:pic>
      <p:pic>
        <p:nvPicPr>
          <p:cNvPr id="12" name="Picture 11" descr="This may contain: some paint colors are being used to create an abstract painting effect in this image, the color is warm beige and soft gold">
            <a:extLst>
              <a:ext uri="{FF2B5EF4-FFF2-40B4-BE49-F238E27FC236}">
                <a16:creationId xmlns:a16="http://schemas.microsoft.com/office/drawing/2014/main" id="{4F7BA7B9-45F9-769B-6BC7-642F58577B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69" t="17279" r="9659" b="19693"/>
          <a:stretch>
            <a:fillRect/>
          </a:stretch>
        </p:blipFill>
        <p:spPr>
          <a:xfrm>
            <a:off x="8716533" y="701607"/>
            <a:ext cx="3056439" cy="3599805"/>
          </a:xfrm>
          <a:prstGeom prst="rect">
            <a:avLst/>
          </a:prstGeom>
        </p:spPr>
      </p:pic>
      <p:pic>
        <p:nvPicPr>
          <p:cNvPr id="6" name="Picture 5" descr="This contains: Inspiring Brand Style Guide Design by Rany Fardiany for Your Business Identity">
            <a:extLst>
              <a:ext uri="{FF2B5EF4-FFF2-40B4-BE49-F238E27FC236}">
                <a16:creationId xmlns:a16="http://schemas.microsoft.com/office/drawing/2014/main" id="{E5832F19-E4A4-B025-4B04-65C8DDB6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8" y="701607"/>
            <a:ext cx="3687495" cy="55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3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4CD889-E7D7-A6E4-9478-9DBAEA9C1A7E}"/>
              </a:ext>
            </a:extLst>
          </p:cNvPr>
          <p:cNvSpPr/>
          <p:nvPr/>
        </p:nvSpPr>
        <p:spPr>
          <a:xfrm>
            <a:off x="1" y="-2990"/>
            <a:ext cx="12192000" cy="6860990"/>
          </a:xfrm>
          <a:prstGeom prst="rect">
            <a:avLst/>
          </a:prstGeom>
          <a:solidFill>
            <a:srgbClr val="F6F5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8E0C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02D2E-F1EA-0C5B-8BCD-BD56E4EB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28" r="17026"/>
          <a:stretch>
            <a:fillRect/>
          </a:stretch>
        </p:blipFill>
        <p:spPr>
          <a:xfrm>
            <a:off x="8316418" y="1117600"/>
            <a:ext cx="3875582" cy="1833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366AE-45C5-045C-9181-36800CC2F3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44"/>
          <a:stretch>
            <a:fillRect/>
          </a:stretch>
        </p:blipFill>
        <p:spPr>
          <a:xfrm>
            <a:off x="4444999" y="1117600"/>
            <a:ext cx="3748489" cy="2199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2224C8-A556-4EE1-C3CB-AE61BCC6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0" y="1117600"/>
            <a:ext cx="4068829" cy="19191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707E29-47CA-8BB8-0861-2B0018DAD80A}"/>
              </a:ext>
            </a:extLst>
          </p:cNvPr>
          <p:cNvSpPr txBox="1"/>
          <p:nvPr/>
        </p:nvSpPr>
        <p:spPr>
          <a:xfrm>
            <a:off x="4668520" y="7266"/>
            <a:ext cx="3748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0204C"/>
                </a:solidFill>
              </a:rPr>
              <a:t>ABOUT US (INTRODUCTION)</a:t>
            </a:r>
            <a:endParaRPr lang="en-IN" sz="2400" dirty="0">
              <a:solidFill>
                <a:srgbClr val="10204C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321DB4-157C-E5F2-3F79-53743DF16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0" y="3429001"/>
            <a:ext cx="4068829" cy="278765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13A8EB-7F47-B202-9978-65107BD45F19}"/>
              </a:ext>
            </a:extLst>
          </p:cNvPr>
          <p:cNvCxnSpPr>
            <a:cxnSpLocks/>
          </p:cNvCxnSpPr>
          <p:nvPr/>
        </p:nvCxnSpPr>
        <p:spPr>
          <a:xfrm>
            <a:off x="787941" y="839042"/>
            <a:ext cx="10061034" cy="0"/>
          </a:xfrm>
          <a:prstGeom prst="line">
            <a:avLst/>
          </a:prstGeom>
          <a:ln w="28575">
            <a:solidFill>
              <a:srgbClr val="1020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235AEB9-C41F-CEC4-6403-9FF9E17B3F96}"/>
              </a:ext>
            </a:extLst>
          </p:cNvPr>
          <p:cNvSpPr txBox="1"/>
          <p:nvPr/>
        </p:nvSpPr>
        <p:spPr>
          <a:xfrm>
            <a:off x="520123" y="470491"/>
            <a:ext cx="1737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5A75F"/>
                </a:solidFill>
              </a:rPr>
              <a:t>Who we are</a:t>
            </a:r>
            <a:endParaRPr lang="en-IN" b="1" dirty="0">
              <a:solidFill>
                <a:srgbClr val="C5A75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959F7D-AE49-4172-6452-FE0934E4B711}"/>
              </a:ext>
            </a:extLst>
          </p:cNvPr>
          <p:cNvCxnSpPr>
            <a:cxnSpLocks/>
          </p:cNvCxnSpPr>
          <p:nvPr/>
        </p:nvCxnSpPr>
        <p:spPr>
          <a:xfrm>
            <a:off x="803563" y="839042"/>
            <a:ext cx="0" cy="258714"/>
          </a:xfrm>
          <a:prstGeom prst="line">
            <a:avLst/>
          </a:prstGeom>
          <a:ln w="28575">
            <a:solidFill>
              <a:srgbClr val="10204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73551D-83C1-E92E-46B7-7BE975A265D8}"/>
              </a:ext>
            </a:extLst>
          </p:cNvPr>
          <p:cNvCxnSpPr>
            <a:cxnSpLocks/>
          </p:cNvCxnSpPr>
          <p:nvPr/>
        </p:nvCxnSpPr>
        <p:spPr>
          <a:xfrm>
            <a:off x="6245513" y="839042"/>
            <a:ext cx="0" cy="258714"/>
          </a:xfrm>
          <a:prstGeom prst="line">
            <a:avLst/>
          </a:prstGeom>
          <a:ln w="28575">
            <a:solidFill>
              <a:srgbClr val="10204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3188BC1-65F0-337F-6A0D-515A4B00A6B8}"/>
              </a:ext>
            </a:extLst>
          </p:cNvPr>
          <p:cNvCxnSpPr>
            <a:cxnSpLocks/>
          </p:cNvCxnSpPr>
          <p:nvPr/>
        </p:nvCxnSpPr>
        <p:spPr>
          <a:xfrm>
            <a:off x="10836411" y="839042"/>
            <a:ext cx="0" cy="278558"/>
          </a:xfrm>
          <a:prstGeom prst="line">
            <a:avLst/>
          </a:prstGeom>
          <a:ln w="28575">
            <a:solidFill>
              <a:srgbClr val="10204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7A566E-AFE6-664C-826B-32C2AD9EB997}"/>
              </a:ext>
            </a:extLst>
          </p:cNvPr>
          <p:cNvSpPr txBox="1"/>
          <p:nvPr/>
        </p:nvSpPr>
        <p:spPr>
          <a:xfrm>
            <a:off x="5597525" y="470491"/>
            <a:ext cx="129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C5A75F"/>
                </a:solidFill>
              </a:defRPr>
            </a:lvl1pPr>
          </a:lstStyle>
          <a:p>
            <a:r>
              <a:rPr lang="en-US" b="1" dirty="0"/>
              <a:t>Our clients</a:t>
            </a:r>
            <a:endParaRPr lang="en-IN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4F74A6-6C5D-B6B0-0851-15155E623294}"/>
              </a:ext>
            </a:extLst>
          </p:cNvPr>
          <p:cNvSpPr txBox="1"/>
          <p:nvPr/>
        </p:nvSpPr>
        <p:spPr>
          <a:xfrm>
            <a:off x="9735185" y="470491"/>
            <a:ext cx="129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C5A75F"/>
                </a:solidFill>
              </a:defRPr>
            </a:lvl1pPr>
          </a:lstStyle>
          <a:p>
            <a:r>
              <a:rPr lang="en-US" b="1" dirty="0"/>
              <a:t>Our people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E53FD-F055-E313-C7E6-B4CCA0B91B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2114"/>
          <a:stretch>
            <a:fillRect/>
          </a:stretch>
        </p:blipFill>
        <p:spPr>
          <a:xfrm>
            <a:off x="4444999" y="3540844"/>
            <a:ext cx="7057490" cy="3030455"/>
          </a:xfrm>
          <a:prstGeom prst="rect">
            <a:avLst/>
          </a:prstGeom>
          <a:solidFill>
            <a:srgbClr val="10204C"/>
          </a:solidFill>
        </p:spPr>
      </p:pic>
    </p:spTree>
    <p:extLst>
      <p:ext uri="{BB962C8B-B14F-4D97-AF65-F5344CB8AC3E}">
        <p14:creationId xmlns:p14="http://schemas.microsoft.com/office/powerpoint/2010/main" val="371029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3796832"/>
            <a:ext cx="6775704" cy="9966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rcRect t="9986" b="15122"/>
          <a:stretch>
            <a:fillRect/>
          </a:stretch>
        </p:blipFill>
        <p:spPr>
          <a:xfrm>
            <a:off x="2488163" y="5155548"/>
            <a:ext cx="6775704" cy="7464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0800" y="2702271"/>
            <a:ext cx="6775704" cy="9966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rcRect t="19347" b="18866"/>
          <a:stretch>
            <a:fillRect/>
          </a:stretch>
        </p:blipFill>
        <p:spPr>
          <a:xfrm>
            <a:off x="2590800" y="1988584"/>
            <a:ext cx="6775704" cy="6158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rcRect t="10414" b="13874"/>
          <a:stretch>
            <a:fillRect/>
          </a:stretch>
        </p:blipFill>
        <p:spPr>
          <a:xfrm>
            <a:off x="2590800" y="956003"/>
            <a:ext cx="6775704" cy="754623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244A18A4-062A-F6C8-29D2-19F1941FFBAA}"/>
              </a:ext>
            </a:extLst>
          </p:cNvPr>
          <p:cNvSpPr txBox="1"/>
          <p:nvPr/>
        </p:nvSpPr>
        <p:spPr>
          <a:xfrm>
            <a:off x="5230356" y="268612"/>
            <a:ext cx="20101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400" b="1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OUR</a:t>
            </a:r>
            <a:r>
              <a:rPr lang="en-IN" sz="2400" b="1" spc="-85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 </a:t>
            </a:r>
            <a:r>
              <a:rPr lang="en-IN" sz="2400" b="1" spc="-10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CLIENTS</a:t>
            </a:r>
            <a:endParaRPr lang="en-IN" sz="2400" b="1" dirty="0">
              <a:solidFill>
                <a:srgbClr val="C5A75F"/>
              </a:solidFill>
              <a:latin typeface="Century Gothic" panose="020B0502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02364" y="303066"/>
            <a:ext cx="20101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400" b="1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OUR</a:t>
            </a:r>
            <a:r>
              <a:rPr lang="en-IN" sz="2400" b="1" spc="-85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 </a:t>
            </a:r>
            <a:r>
              <a:rPr lang="en-IN" sz="2400" b="1" spc="-10" dirty="0">
                <a:solidFill>
                  <a:srgbClr val="C5A75F"/>
                </a:solidFill>
                <a:uFill>
                  <a:solidFill>
                    <a:srgbClr val="964607"/>
                  </a:solidFill>
                </a:uFill>
                <a:latin typeface="Century Gothic" panose="020B0502020202020204" pitchFamily="34" charset="0"/>
                <a:cs typeface="Calibri"/>
              </a:rPr>
              <a:t>CLIENTS</a:t>
            </a:r>
            <a:endParaRPr lang="en-IN" sz="2400" b="1" dirty="0">
              <a:solidFill>
                <a:srgbClr val="C5A75F"/>
              </a:solidFill>
              <a:latin typeface="Century Gothic" panose="020B0502020202020204" pitchFamily="34" charset="0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914400"/>
            <a:ext cx="6848856" cy="10149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2033016"/>
            <a:ext cx="6900672" cy="1014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1072" y="4343400"/>
            <a:ext cx="6897624" cy="10149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1072" y="5462015"/>
            <a:ext cx="6897624" cy="10149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14600" y="3160776"/>
            <a:ext cx="6934200" cy="1106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106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archi-tec  </vt:lpstr>
      <vt:lpstr>archi-tec  </vt:lpstr>
      <vt:lpstr>archi-tec  </vt:lpstr>
      <vt:lpstr>archi-tec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SYSTEM2</dc:creator>
  <cp:lastModifiedBy>SYSTEM2</cp:lastModifiedBy>
  <cp:revision>24</cp:revision>
  <dcterms:created xsi:type="dcterms:W3CDTF">2026-06-22T10:37:31Z</dcterms:created>
  <dcterms:modified xsi:type="dcterms:W3CDTF">2026-07-14T11:38:38Z</dcterms:modified>
</cp:coreProperties>
</file>